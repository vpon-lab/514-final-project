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16"/>
  </p:notesMasterIdLst>
  <p:sldIdLst>
    <p:sldId id="259" r:id="rId4"/>
    <p:sldId id="257" r:id="rId5"/>
    <p:sldId id="261" r:id="rId6"/>
    <p:sldId id="260" r:id="rId7"/>
    <p:sldId id="266" r:id="rId8"/>
    <p:sldId id="262" r:id="rId9"/>
    <p:sldId id="263" r:id="rId10"/>
    <p:sldId id="268" r:id="rId11"/>
    <p:sldId id="264" r:id="rId12"/>
    <p:sldId id="265" r:id="rId13"/>
    <p:sldId id="258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8">
          <p15:clr>
            <a:srgbClr val="A4A3A4"/>
          </p15:clr>
        </p15:guide>
        <p15:guide id="2" pos="4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3"/>
    <a:srgbClr val="E8D3A2"/>
    <a:srgbClr val="E8E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4B9384-BE0F-4DF0-9F61-5142689F1193}" v="83" dt="2026-03-16T11:31:40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6" autoAdjust="0"/>
    <p:restoredTop sz="80822" autoAdjust="0"/>
  </p:normalViewPr>
  <p:slideViewPr>
    <p:cSldViewPr snapToGrid="0" snapToObjects="1" showGuides="1">
      <p:cViewPr>
        <p:scale>
          <a:sx n="50" d="100"/>
          <a:sy n="50" d="100"/>
        </p:scale>
        <p:origin x="1615" y="60"/>
      </p:cViewPr>
      <p:guideLst>
        <p:guide orient="horz" pos="2488"/>
        <p:guide pos="4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onika Pon" userId="4e6b6be1dff06996" providerId="LiveId" clId="{DF3D3B06-20A1-49AD-9579-9CEC1EDD8947}"/>
    <pc:docChg chg="undo custSel addSld modSld sldOrd">
      <pc:chgData name="Veronika Pon" userId="4e6b6be1dff06996" providerId="LiveId" clId="{DF3D3B06-20A1-49AD-9579-9CEC1EDD8947}" dt="2026-03-16T11:32:30.088" v="2232" actId="20577"/>
      <pc:docMkLst>
        <pc:docMk/>
      </pc:docMkLst>
      <pc:sldChg chg="addSp modSp mod">
        <pc:chgData name="Veronika Pon" userId="4e6b6be1dff06996" providerId="LiveId" clId="{DF3D3B06-20A1-49AD-9579-9CEC1EDD8947}" dt="2026-03-16T09:19:09.085" v="679" actId="20577"/>
        <pc:sldMkLst>
          <pc:docMk/>
          <pc:sldMk cId="1399137364" sldId="257"/>
        </pc:sldMkLst>
        <pc:spChg chg="mod">
          <ac:chgData name="Veronika Pon" userId="4e6b6be1dff06996" providerId="LiveId" clId="{DF3D3B06-20A1-49AD-9579-9CEC1EDD8947}" dt="2026-03-16T09:19:09.085" v="679" actId="20577"/>
          <ac:spMkLst>
            <pc:docMk/>
            <pc:sldMk cId="1399137364" sldId="257"/>
            <ac:spMk id="3" creationId="{00000000-0000-0000-0000-000000000000}"/>
          </ac:spMkLst>
        </pc:spChg>
        <pc:spChg chg="mod">
          <ac:chgData name="Veronika Pon" userId="4e6b6be1dff06996" providerId="LiveId" clId="{DF3D3B06-20A1-49AD-9579-9CEC1EDD8947}" dt="2026-03-16T08:19:11.948" v="272" actId="20577"/>
          <ac:spMkLst>
            <pc:docMk/>
            <pc:sldMk cId="1399137364" sldId="257"/>
            <ac:spMk id="4" creationId="{00000000-0000-0000-0000-000000000000}"/>
          </ac:spMkLst>
        </pc:spChg>
        <pc:spChg chg="mod">
          <ac:chgData name="Veronika Pon" userId="4e6b6be1dff06996" providerId="LiveId" clId="{DF3D3B06-20A1-49AD-9579-9CEC1EDD8947}" dt="2026-03-16T08:14:35.189" v="51" actId="20577"/>
          <ac:spMkLst>
            <pc:docMk/>
            <pc:sldMk cId="1399137364" sldId="257"/>
            <ac:spMk id="7" creationId="{00000000-0000-0000-0000-000000000000}"/>
          </ac:spMkLst>
        </pc:spChg>
        <pc:picChg chg="add mod">
          <ac:chgData name="Veronika Pon" userId="4e6b6be1dff06996" providerId="LiveId" clId="{DF3D3B06-20A1-49AD-9579-9CEC1EDD8947}" dt="2026-03-16T08:18:51.614" v="252" actId="14100"/>
          <ac:picMkLst>
            <pc:docMk/>
            <pc:sldMk cId="1399137364" sldId="257"/>
            <ac:picMk id="1026" creationId="{531ED49D-4E69-1A00-D3A2-29914A7BAEB5}"/>
          </ac:picMkLst>
        </pc:picChg>
        <pc:picChg chg="add mod">
          <ac:chgData name="Veronika Pon" userId="4e6b6be1dff06996" providerId="LiveId" clId="{DF3D3B06-20A1-49AD-9579-9CEC1EDD8947}" dt="2026-03-16T08:19:01.615" v="255" actId="1076"/>
          <ac:picMkLst>
            <pc:docMk/>
            <pc:sldMk cId="1399137364" sldId="257"/>
            <ac:picMk id="1028" creationId="{19D3659F-6BF8-D360-79DE-B54F66FC0551}"/>
          </ac:picMkLst>
        </pc:picChg>
      </pc:sldChg>
      <pc:sldChg chg="addSp delSp modSp mod ord">
        <pc:chgData name="Veronika Pon" userId="4e6b6be1dff06996" providerId="LiveId" clId="{DF3D3B06-20A1-49AD-9579-9CEC1EDD8947}" dt="2026-03-16T11:24:13.208" v="1726" actId="478"/>
        <pc:sldMkLst>
          <pc:docMk/>
          <pc:sldMk cId="3819347686" sldId="258"/>
        </pc:sldMkLst>
        <pc:spChg chg="del mod">
          <ac:chgData name="Veronika Pon" userId="4e6b6be1dff06996" providerId="LiveId" clId="{DF3D3B06-20A1-49AD-9579-9CEC1EDD8947}" dt="2026-03-16T11:24:13.208" v="1726" actId="478"/>
          <ac:spMkLst>
            <pc:docMk/>
            <pc:sldMk cId="3819347686" sldId="258"/>
            <ac:spMk id="3" creationId="{00000000-0000-0000-0000-000000000000}"/>
          </ac:spMkLst>
        </pc:spChg>
        <pc:spChg chg="mod">
          <ac:chgData name="Veronika Pon" userId="4e6b6be1dff06996" providerId="LiveId" clId="{DF3D3B06-20A1-49AD-9579-9CEC1EDD8947}" dt="2026-03-16T10:36:51.431" v="1478" actId="20577"/>
          <ac:spMkLst>
            <pc:docMk/>
            <pc:sldMk cId="3819347686" sldId="258"/>
            <ac:spMk id="4" creationId="{00000000-0000-0000-0000-000000000000}"/>
          </ac:spMkLst>
        </pc:spChg>
        <pc:spChg chg="add mod">
          <ac:chgData name="Veronika Pon" userId="4e6b6be1dff06996" providerId="LiveId" clId="{DF3D3B06-20A1-49AD-9579-9CEC1EDD8947}" dt="2026-03-16T10:52:57.189" v="1540" actId="20577"/>
          <ac:spMkLst>
            <pc:docMk/>
            <pc:sldMk cId="3819347686" sldId="258"/>
            <ac:spMk id="6" creationId="{66D2A1D6-824E-4BAF-FFC1-180E79735A65}"/>
          </ac:spMkLst>
        </pc:spChg>
        <pc:spChg chg="mod">
          <ac:chgData name="Veronika Pon" userId="4e6b6be1dff06996" providerId="LiveId" clId="{DF3D3B06-20A1-49AD-9579-9CEC1EDD8947}" dt="2026-03-16T10:36:36.948" v="1459" actId="20577"/>
          <ac:spMkLst>
            <pc:docMk/>
            <pc:sldMk cId="3819347686" sldId="258"/>
            <ac:spMk id="10" creationId="{00000000-0000-0000-0000-000000000000}"/>
          </ac:spMkLst>
        </pc:spChg>
        <pc:picChg chg="add mod">
          <ac:chgData name="Veronika Pon" userId="4e6b6be1dff06996" providerId="LiveId" clId="{DF3D3B06-20A1-49AD-9579-9CEC1EDD8947}" dt="2026-03-16T10:52:32.659" v="1482" actId="27614"/>
          <ac:picMkLst>
            <pc:docMk/>
            <pc:sldMk cId="3819347686" sldId="258"/>
            <ac:picMk id="5" creationId="{A99AB1F7-3A0F-54A3-5DF0-3642E802570A}"/>
          </ac:picMkLst>
        </pc:picChg>
      </pc:sldChg>
      <pc:sldChg chg="modSp mod">
        <pc:chgData name="Veronika Pon" userId="4e6b6be1dff06996" providerId="LiveId" clId="{DF3D3B06-20A1-49AD-9579-9CEC1EDD8947}" dt="2026-03-16T08:14:02.878" v="17" actId="14100"/>
        <pc:sldMkLst>
          <pc:docMk/>
          <pc:sldMk cId="1913477580" sldId="259"/>
        </pc:sldMkLst>
        <pc:spChg chg="mod">
          <ac:chgData name="Veronika Pon" userId="4e6b6be1dff06996" providerId="LiveId" clId="{DF3D3B06-20A1-49AD-9579-9CEC1EDD8947}" dt="2026-03-16T08:14:02.878" v="17" actId="14100"/>
          <ac:spMkLst>
            <pc:docMk/>
            <pc:sldMk cId="1913477580" sldId="259"/>
            <ac:spMk id="2" creationId="{796BF76D-C7FE-630D-FC16-938DB7923F54}"/>
          </ac:spMkLst>
        </pc:spChg>
      </pc:sldChg>
      <pc:sldChg chg="addSp delSp modSp mod">
        <pc:chgData name="Veronika Pon" userId="4e6b6be1dff06996" providerId="LiveId" clId="{DF3D3B06-20A1-49AD-9579-9CEC1EDD8947}" dt="2026-03-16T11:24:32.990" v="1732" actId="1035"/>
        <pc:sldMkLst>
          <pc:docMk/>
          <pc:sldMk cId="289097830" sldId="260"/>
        </pc:sldMkLst>
        <pc:spChg chg="del">
          <ac:chgData name="Veronika Pon" userId="4e6b6be1dff06996" providerId="LiveId" clId="{DF3D3B06-20A1-49AD-9579-9CEC1EDD8947}" dt="2026-03-16T09:22:11.705" v="714" actId="478"/>
          <ac:spMkLst>
            <pc:docMk/>
            <pc:sldMk cId="289097830" sldId="260"/>
            <ac:spMk id="3" creationId="{00000000-0000-0000-0000-000000000000}"/>
          </ac:spMkLst>
        </pc:spChg>
        <pc:spChg chg="add mod">
          <ac:chgData name="Veronika Pon" userId="4e6b6be1dff06996" providerId="LiveId" clId="{DF3D3B06-20A1-49AD-9579-9CEC1EDD8947}" dt="2026-03-16T09:22:11.705" v="714" actId="478"/>
          <ac:spMkLst>
            <pc:docMk/>
            <pc:sldMk cId="289097830" sldId="260"/>
            <ac:spMk id="4" creationId="{9C1EA1AF-EA79-FAC5-4F69-01DE3A59918B}"/>
          </ac:spMkLst>
        </pc:spChg>
        <pc:spChg chg="mod">
          <ac:chgData name="Veronika Pon" userId="4e6b6be1dff06996" providerId="LiveId" clId="{DF3D3B06-20A1-49AD-9579-9CEC1EDD8947}" dt="2026-03-16T08:20:37.579" v="418" actId="20577"/>
          <ac:spMkLst>
            <pc:docMk/>
            <pc:sldMk cId="289097830" sldId="260"/>
            <ac:spMk id="7" creationId="{00000000-0000-0000-0000-000000000000}"/>
          </ac:spMkLst>
        </pc:spChg>
        <pc:picChg chg="add mod">
          <ac:chgData name="Veronika Pon" userId="4e6b6be1dff06996" providerId="LiveId" clId="{DF3D3B06-20A1-49AD-9579-9CEC1EDD8947}" dt="2026-03-16T11:24:32.990" v="1732" actId="1035"/>
          <ac:picMkLst>
            <pc:docMk/>
            <pc:sldMk cId="289097830" sldId="260"/>
            <ac:picMk id="4098" creationId="{5BDB3BB6-92E3-533B-FD1B-858F6BD1820C}"/>
          </ac:picMkLst>
        </pc:picChg>
      </pc:sldChg>
      <pc:sldChg chg="addSp delSp modSp add mod modNotesTx">
        <pc:chgData name="Veronika Pon" userId="4e6b6be1dff06996" providerId="LiveId" clId="{DF3D3B06-20A1-49AD-9579-9CEC1EDD8947}" dt="2026-03-16T09:21:00.650" v="713" actId="1076"/>
        <pc:sldMkLst>
          <pc:docMk/>
          <pc:sldMk cId="4222510267" sldId="261"/>
        </pc:sldMkLst>
        <pc:spChg chg="mod">
          <ac:chgData name="Veronika Pon" userId="4e6b6be1dff06996" providerId="LiveId" clId="{DF3D3B06-20A1-49AD-9579-9CEC1EDD8947}" dt="2026-03-16T09:20:52.922" v="710" actId="20577"/>
          <ac:spMkLst>
            <pc:docMk/>
            <pc:sldMk cId="4222510267" sldId="261"/>
            <ac:spMk id="3" creationId="{ACBFA7E0-C7D9-9CD2-94FB-1F446CFE66B7}"/>
          </ac:spMkLst>
        </pc:spChg>
        <pc:spChg chg="mod">
          <ac:chgData name="Veronika Pon" userId="4e6b6be1dff06996" providerId="LiveId" clId="{DF3D3B06-20A1-49AD-9579-9CEC1EDD8947}" dt="2026-03-16T08:19:45.026" v="314" actId="20577"/>
          <ac:spMkLst>
            <pc:docMk/>
            <pc:sldMk cId="4222510267" sldId="261"/>
            <ac:spMk id="4" creationId="{BFAE4D0A-4A22-6E7F-F620-1CE3458F8A31}"/>
          </ac:spMkLst>
        </pc:spChg>
        <pc:picChg chg="del">
          <ac:chgData name="Veronika Pon" userId="4e6b6be1dff06996" providerId="LiveId" clId="{DF3D3B06-20A1-49AD-9579-9CEC1EDD8947}" dt="2026-03-16T08:20:02.359" v="364" actId="478"/>
          <ac:picMkLst>
            <pc:docMk/>
            <pc:sldMk cId="4222510267" sldId="261"/>
            <ac:picMk id="1028" creationId="{9A693B03-B8B9-FE1C-49F7-61D02266BC3E}"/>
          </ac:picMkLst>
        </pc:picChg>
        <pc:picChg chg="add mod">
          <ac:chgData name="Veronika Pon" userId="4e6b6be1dff06996" providerId="LiveId" clId="{DF3D3B06-20A1-49AD-9579-9CEC1EDD8947}" dt="2026-03-16T09:20:56.273" v="711" actId="14100"/>
          <ac:picMkLst>
            <pc:docMk/>
            <pc:sldMk cId="4222510267" sldId="261"/>
            <ac:picMk id="3074" creationId="{EDD4F0CA-C733-F9D6-5932-3E5B1C937E14}"/>
          </ac:picMkLst>
        </pc:picChg>
        <pc:picChg chg="add mod">
          <ac:chgData name="Veronika Pon" userId="4e6b6be1dff06996" providerId="LiveId" clId="{DF3D3B06-20A1-49AD-9579-9CEC1EDD8947}" dt="2026-03-16T09:21:00.650" v="713" actId="1076"/>
          <ac:picMkLst>
            <pc:docMk/>
            <pc:sldMk cId="4222510267" sldId="261"/>
            <ac:picMk id="3076" creationId="{9CEAF5D1-B58F-ADB5-FC8B-7AE5052348FF}"/>
          </ac:picMkLst>
        </pc:picChg>
      </pc:sldChg>
      <pc:sldChg chg="addSp delSp modSp add mod">
        <pc:chgData name="Veronika Pon" userId="4e6b6be1dff06996" providerId="LiveId" clId="{DF3D3B06-20A1-49AD-9579-9CEC1EDD8947}" dt="2026-03-16T11:22:39.034" v="1713" actId="1035"/>
        <pc:sldMkLst>
          <pc:docMk/>
          <pc:sldMk cId="2819164752" sldId="262"/>
        </pc:sldMkLst>
        <pc:spChg chg="mod">
          <ac:chgData name="Veronika Pon" userId="4e6b6be1dff06996" providerId="LiveId" clId="{DF3D3B06-20A1-49AD-9579-9CEC1EDD8947}" dt="2026-03-16T11:22:39.034" v="1713" actId="1035"/>
          <ac:spMkLst>
            <pc:docMk/>
            <pc:sldMk cId="2819164752" sldId="262"/>
            <ac:spMk id="3" creationId="{03BAF494-C8F8-1665-B630-56F80B45E4EF}"/>
          </ac:spMkLst>
        </pc:spChg>
        <pc:spChg chg="mod">
          <ac:chgData name="Veronika Pon" userId="4e6b6be1dff06996" providerId="LiveId" clId="{DF3D3B06-20A1-49AD-9579-9CEC1EDD8947}" dt="2026-03-16T08:21:08.948" v="437" actId="20577"/>
          <ac:spMkLst>
            <pc:docMk/>
            <pc:sldMk cId="2819164752" sldId="262"/>
            <ac:spMk id="7" creationId="{C1833809-06DB-890C-BFE1-01115FF4B5AB}"/>
          </ac:spMkLst>
        </pc:spChg>
        <pc:spChg chg="add mod">
          <ac:chgData name="Veronika Pon" userId="4e6b6be1dff06996" providerId="LiveId" clId="{DF3D3B06-20A1-49AD-9579-9CEC1EDD8947}" dt="2026-03-16T09:33:09.807" v="889" actId="14100"/>
          <ac:spMkLst>
            <pc:docMk/>
            <pc:sldMk cId="2819164752" sldId="262"/>
            <ac:spMk id="16" creationId="{5CF382DF-65B9-D746-02BE-21388B4C4B05}"/>
          </ac:spMkLst>
        </pc:spChg>
        <pc:picChg chg="add del mod">
          <ac:chgData name="Veronika Pon" userId="4e6b6be1dff06996" providerId="LiveId" clId="{DF3D3B06-20A1-49AD-9579-9CEC1EDD8947}" dt="2026-03-16T09:29:39.454" v="762" actId="478"/>
          <ac:picMkLst>
            <pc:docMk/>
            <pc:sldMk cId="2819164752" sldId="262"/>
            <ac:picMk id="4" creationId="{AF14A22D-19EF-AC89-D0D3-2FEB2EEB9D0A}"/>
          </ac:picMkLst>
        </pc:picChg>
        <pc:picChg chg="add del mod">
          <ac:chgData name="Veronika Pon" userId="4e6b6be1dff06996" providerId="LiveId" clId="{DF3D3B06-20A1-49AD-9579-9CEC1EDD8947}" dt="2026-03-16T09:29:39.913" v="763" actId="478"/>
          <ac:picMkLst>
            <pc:docMk/>
            <pc:sldMk cId="2819164752" sldId="262"/>
            <ac:picMk id="6" creationId="{36F3103D-AD98-6375-906A-D19301F249B7}"/>
          </ac:picMkLst>
        </pc:picChg>
        <pc:picChg chg="add del mod">
          <ac:chgData name="Veronika Pon" userId="4e6b6be1dff06996" providerId="LiveId" clId="{DF3D3B06-20A1-49AD-9579-9CEC1EDD8947}" dt="2026-03-16T09:30:09.087" v="768" actId="478"/>
          <ac:picMkLst>
            <pc:docMk/>
            <pc:sldMk cId="2819164752" sldId="262"/>
            <ac:picMk id="9" creationId="{138FDF95-29B3-0EBD-F761-FD0EC36030E3}"/>
          </ac:picMkLst>
        </pc:picChg>
        <pc:picChg chg="add del mod">
          <ac:chgData name="Veronika Pon" userId="4e6b6be1dff06996" providerId="LiveId" clId="{DF3D3B06-20A1-49AD-9579-9CEC1EDD8947}" dt="2026-03-16T09:31:24.143" v="782" actId="478"/>
          <ac:picMkLst>
            <pc:docMk/>
            <pc:sldMk cId="2819164752" sldId="262"/>
            <ac:picMk id="11" creationId="{5DDEBBF0-5182-D321-EA8B-BD808207F826}"/>
          </ac:picMkLst>
        </pc:picChg>
        <pc:picChg chg="add mod modCrop">
          <ac:chgData name="Veronika Pon" userId="4e6b6be1dff06996" providerId="LiveId" clId="{DF3D3B06-20A1-49AD-9579-9CEC1EDD8947}" dt="2026-03-16T09:32:16.213" v="799" actId="14100"/>
          <ac:picMkLst>
            <pc:docMk/>
            <pc:sldMk cId="2819164752" sldId="262"/>
            <ac:picMk id="13" creationId="{E4B35B6D-2D16-2354-1A28-0A0D7A35EDFF}"/>
          </ac:picMkLst>
        </pc:picChg>
        <pc:picChg chg="add mod modCrop">
          <ac:chgData name="Veronika Pon" userId="4e6b6be1dff06996" providerId="LiveId" clId="{DF3D3B06-20A1-49AD-9579-9CEC1EDD8947}" dt="2026-03-16T09:32:20.904" v="800" actId="1076"/>
          <ac:picMkLst>
            <pc:docMk/>
            <pc:sldMk cId="2819164752" sldId="262"/>
            <ac:picMk id="15" creationId="{62FD5788-FC7F-744F-CD8E-1F1248D34912}"/>
          </ac:picMkLst>
        </pc:picChg>
      </pc:sldChg>
      <pc:sldChg chg="addSp modSp add mod">
        <pc:chgData name="Veronika Pon" userId="4e6b6be1dff06996" providerId="LiveId" clId="{DF3D3B06-20A1-49AD-9579-9CEC1EDD8947}" dt="2026-03-16T09:35:54.235" v="1096" actId="20577"/>
        <pc:sldMkLst>
          <pc:docMk/>
          <pc:sldMk cId="2276853080" sldId="263"/>
        </pc:sldMkLst>
        <pc:spChg chg="mod">
          <ac:chgData name="Veronika Pon" userId="4e6b6be1dff06996" providerId="LiveId" clId="{DF3D3B06-20A1-49AD-9579-9CEC1EDD8947}" dt="2026-03-16T09:35:54.235" v="1096" actId="20577"/>
          <ac:spMkLst>
            <pc:docMk/>
            <pc:sldMk cId="2276853080" sldId="263"/>
            <ac:spMk id="3" creationId="{9D9A068E-4AE2-EF05-7B37-E57A1EC89889}"/>
          </ac:spMkLst>
        </pc:spChg>
        <pc:spChg chg="mod">
          <ac:chgData name="Veronika Pon" userId="4e6b6be1dff06996" providerId="LiveId" clId="{DF3D3B06-20A1-49AD-9579-9CEC1EDD8947}" dt="2026-03-16T09:35:14.014" v="1020" actId="20577"/>
          <ac:spMkLst>
            <pc:docMk/>
            <pc:sldMk cId="2276853080" sldId="263"/>
            <ac:spMk id="7" creationId="{F5954CEE-5FC5-811A-3900-4F9854D46565}"/>
          </ac:spMkLst>
        </pc:spChg>
        <pc:picChg chg="add mod">
          <ac:chgData name="Veronika Pon" userId="4e6b6be1dff06996" providerId="LiveId" clId="{DF3D3B06-20A1-49AD-9579-9CEC1EDD8947}" dt="2026-03-16T09:15:09.414" v="668" actId="1076"/>
          <ac:picMkLst>
            <pc:docMk/>
            <pc:sldMk cId="2276853080" sldId="263"/>
            <ac:picMk id="4" creationId="{CBBD1823-8DE0-EF24-068F-81CC76B7522C}"/>
          </ac:picMkLst>
        </pc:picChg>
      </pc:sldChg>
      <pc:sldChg chg="addSp delSp modSp add mod">
        <pc:chgData name="Veronika Pon" userId="4e6b6be1dff06996" providerId="LiveId" clId="{DF3D3B06-20A1-49AD-9579-9CEC1EDD8947}" dt="2026-03-16T11:32:30.088" v="2232" actId="20577"/>
        <pc:sldMkLst>
          <pc:docMk/>
          <pc:sldMk cId="3944178230" sldId="264"/>
        </pc:sldMkLst>
        <pc:spChg chg="mod">
          <ac:chgData name="Veronika Pon" userId="4e6b6be1dff06996" providerId="LiveId" clId="{DF3D3B06-20A1-49AD-9579-9CEC1EDD8947}" dt="2026-03-16T11:32:30.088" v="2232" actId="20577"/>
          <ac:spMkLst>
            <pc:docMk/>
            <pc:sldMk cId="3944178230" sldId="264"/>
            <ac:spMk id="3" creationId="{74AD9057-8C68-D431-5F2D-2C276D6E0804}"/>
          </ac:spMkLst>
        </pc:spChg>
        <pc:spChg chg="del">
          <ac:chgData name="Veronika Pon" userId="4e6b6be1dff06996" providerId="LiveId" clId="{DF3D3B06-20A1-49AD-9579-9CEC1EDD8947}" dt="2026-03-16T10:36:20.058" v="1441" actId="478"/>
          <ac:spMkLst>
            <pc:docMk/>
            <pc:sldMk cId="3944178230" sldId="264"/>
            <ac:spMk id="4" creationId="{69EE8DEC-F86A-93C0-6245-3EA233813E81}"/>
          </ac:spMkLst>
        </pc:spChg>
        <pc:spChg chg="add del mod">
          <ac:chgData name="Veronika Pon" userId="4e6b6be1dff06996" providerId="LiveId" clId="{DF3D3B06-20A1-49AD-9579-9CEC1EDD8947}" dt="2026-03-16T11:24:03.020" v="1724" actId="478"/>
          <ac:spMkLst>
            <pc:docMk/>
            <pc:sldMk cId="3944178230" sldId="264"/>
            <ac:spMk id="5" creationId="{E5084537-2040-096D-DB09-29669200DAD2}"/>
          </ac:spMkLst>
        </pc:spChg>
        <pc:spChg chg="mod">
          <ac:chgData name="Veronika Pon" userId="4e6b6be1dff06996" providerId="LiveId" clId="{DF3D3B06-20A1-49AD-9579-9CEC1EDD8947}" dt="2026-03-16T08:22:40.075" v="615" actId="20577"/>
          <ac:spMkLst>
            <pc:docMk/>
            <pc:sldMk cId="3944178230" sldId="264"/>
            <ac:spMk id="10" creationId="{C5DA86D3-583B-F596-A412-E18B3EAFD8CD}"/>
          </ac:spMkLst>
        </pc:spChg>
      </pc:sldChg>
      <pc:sldChg chg="addSp delSp modSp add mod">
        <pc:chgData name="Veronika Pon" userId="4e6b6be1dff06996" providerId="LiveId" clId="{DF3D3B06-20A1-49AD-9579-9CEC1EDD8947}" dt="2026-03-16T11:24:11.081" v="1725" actId="478"/>
        <pc:sldMkLst>
          <pc:docMk/>
          <pc:sldMk cId="2050008280" sldId="265"/>
        </pc:sldMkLst>
        <pc:spChg chg="del mod">
          <ac:chgData name="Veronika Pon" userId="4e6b6be1dff06996" providerId="LiveId" clId="{DF3D3B06-20A1-49AD-9579-9CEC1EDD8947}" dt="2026-03-16T11:24:11.081" v="1725" actId="478"/>
          <ac:spMkLst>
            <pc:docMk/>
            <pc:sldMk cId="2050008280" sldId="265"/>
            <ac:spMk id="3" creationId="{E5BA21CA-C4F4-CE84-CC89-8BA6D4109BC7}"/>
          </ac:spMkLst>
        </pc:spChg>
        <pc:spChg chg="mod">
          <ac:chgData name="Veronika Pon" userId="4e6b6be1dff06996" providerId="LiveId" clId="{DF3D3B06-20A1-49AD-9579-9CEC1EDD8947}" dt="2026-03-16T09:11:09.438" v="644" actId="20577"/>
          <ac:spMkLst>
            <pc:docMk/>
            <pc:sldMk cId="2050008280" sldId="265"/>
            <ac:spMk id="4" creationId="{EF0061D7-F12A-C869-4C7F-117EC7B667D4}"/>
          </ac:spMkLst>
        </pc:spChg>
        <pc:spChg chg="mod">
          <ac:chgData name="Veronika Pon" userId="4e6b6be1dff06996" providerId="LiveId" clId="{DF3D3B06-20A1-49AD-9579-9CEC1EDD8947}" dt="2026-03-16T09:11:00.513" v="626" actId="20577"/>
          <ac:spMkLst>
            <pc:docMk/>
            <pc:sldMk cId="2050008280" sldId="265"/>
            <ac:spMk id="10" creationId="{B45397B4-5B09-4F1F-F672-096C27111615}"/>
          </ac:spMkLst>
        </pc:spChg>
        <pc:graphicFrameChg chg="add mod">
          <ac:chgData name="Veronika Pon" userId="4e6b6be1dff06996" providerId="LiveId" clId="{DF3D3B06-20A1-49AD-9579-9CEC1EDD8947}" dt="2026-03-16T09:12:18.705" v="647"/>
          <ac:graphicFrameMkLst>
            <pc:docMk/>
            <pc:sldMk cId="2050008280" sldId="265"/>
            <ac:graphicFrameMk id="2" creationId="{047DB06F-68CC-8CE8-E83F-9C752FF5430A}"/>
          </ac:graphicFrameMkLst>
        </pc:graphicFrameChg>
        <pc:picChg chg="add del mod">
          <ac:chgData name="Veronika Pon" userId="4e6b6be1dff06996" providerId="LiveId" clId="{DF3D3B06-20A1-49AD-9579-9CEC1EDD8947}" dt="2026-03-16T09:14:13.491" v="654" actId="478"/>
          <ac:picMkLst>
            <pc:docMk/>
            <pc:sldMk cId="2050008280" sldId="265"/>
            <ac:picMk id="6" creationId="{E46E9BC2-2108-6513-EB9F-8469665392DF}"/>
          </ac:picMkLst>
        </pc:picChg>
        <pc:picChg chg="add mod">
          <ac:chgData name="Veronika Pon" userId="4e6b6be1dff06996" providerId="LiveId" clId="{DF3D3B06-20A1-49AD-9579-9CEC1EDD8947}" dt="2026-03-16T09:14:27.428" v="660" actId="962"/>
          <ac:picMkLst>
            <pc:docMk/>
            <pc:sldMk cId="2050008280" sldId="265"/>
            <ac:picMk id="8" creationId="{CF9DDFE5-018F-2593-8C7A-EFCF5CDDF891}"/>
          </ac:picMkLst>
        </pc:picChg>
      </pc:sldChg>
      <pc:sldChg chg="addSp delSp modSp add mod ord">
        <pc:chgData name="Veronika Pon" userId="4e6b6be1dff06996" providerId="LiveId" clId="{DF3D3B06-20A1-49AD-9579-9CEC1EDD8947}" dt="2026-03-16T11:31:19.688" v="2143" actId="1076"/>
        <pc:sldMkLst>
          <pc:docMk/>
          <pc:sldMk cId="1546173770" sldId="266"/>
        </pc:sldMkLst>
        <pc:spChg chg="add del mod">
          <ac:chgData name="Veronika Pon" userId="4e6b6be1dff06996" providerId="LiveId" clId="{DF3D3B06-20A1-49AD-9579-9CEC1EDD8947}" dt="2026-03-16T11:27:08.345" v="1827" actId="478"/>
          <ac:spMkLst>
            <pc:docMk/>
            <pc:sldMk cId="1546173770" sldId="266"/>
            <ac:spMk id="2" creationId="{1493BD2E-29ED-93E4-BFD8-5500140338FF}"/>
          </ac:spMkLst>
        </pc:spChg>
        <pc:spChg chg="del mod">
          <ac:chgData name="Veronika Pon" userId="4e6b6be1dff06996" providerId="LiveId" clId="{DF3D3B06-20A1-49AD-9579-9CEC1EDD8947}" dt="2026-03-16T11:23:59.174" v="1722" actId="478"/>
          <ac:spMkLst>
            <pc:docMk/>
            <pc:sldMk cId="1546173770" sldId="266"/>
            <ac:spMk id="3" creationId="{AE359887-81B8-EBAD-B4F9-D67AD81FE9DE}"/>
          </ac:spMkLst>
        </pc:spChg>
        <pc:spChg chg="del mod">
          <ac:chgData name="Veronika Pon" userId="4e6b6be1dff06996" providerId="LiveId" clId="{DF3D3B06-20A1-49AD-9579-9CEC1EDD8947}" dt="2026-03-16T11:24:00.049" v="1723" actId="478"/>
          <ac:spMkLst>
            <pc:docMk/>
            <pc:sldMk cId="1546173770" sldId="266"/>
            <ac:spMk id="4" creationId="{A3A51A1E-C3E3-AD6C-9ECE-9D5E26B68F2C}"/>
          </ac:spMkLst>
        </pc:spChg>
        <pc:spChg chg="add mod">
          <ac:chgData name="Veronika Pon" userId="4e6b6be1dff06996" providerId="LiveId" clId="{DF3D3B06-20A1-49AD-9579-9CEC1EDD8947}" dt="2026-03-16T11:27:18.993" v="1840" actId="20577"/>
          <ac:spMkLst>
            <pc:docMk/>
            <pc:sldMk cId="1546173770" sldId="266"/>
            <ac:spMk id="5" creationId="{1BA22D1D-F37B-1E0C-8D65-56A634F0C972}"/>
          </ac:spMkLst>
        </pc:spChg>
        <pc:spChg chg="add mod">
          <ac:chgData name="Veronika Pon" userId="4e6b6be1dff06996" providerId="LiveId" clId="{DF3D3B06-20A1-49AD-9579-9CEC1EDD8947}" dt="2026-03-16T11:27:37.925" v="1879" actId="14100"/>
          <ac:spMkLst>
            <pc:docMk/>
            <pc:sldMk cId="1546173770" sldId="266"/>
            <ac:spMk id="6" creationId="{DECC2CB2-0493-F806-B357-2F04AF414592}"/>
          </ac:spMkLst>
        </pc:spChg>
        <pc:spChg chg="mod">
          <ac:chgData name="Veronika Pon" userId="4e6b6be1dff06996" providerId="LiveId" clId="{DF3D3B06-20A1-49AD-9579-9CEC1EDD8947}" dt="2026-03-16T10:24:36.416" v="1127" actId="20577"/>
          <ac:spMkLst>
            <pc:docMk/>
            <pc:sldMk cId="1546173770" sldId="266"/>
            <ac:spMk id="7" creationId="{4464BA30-434A-44E6-6453-4A244E263DC5}"/>
          </ac:spMkLst>
        </pc:spChg>
        <pc:spChg chg="add mod">
          <ac:chgData name="Veronika Pon" userId="4e6b6be1dff06996" providerId="LiveId" clId="{DF3D3B06-20A1-49AD-9579-9CEC1EDD8947}" dt="2026-03-16T11:27:50.879" v="1904" actId="20577"/>
          <ac:spMkLst>
            <pc:docMk/>
            <pc:sldMk cId="1546173770" sldId="266"/>
            <ac:spMk id="8" creationId="{0EEB092E-06C1-427F-A7F1-32161486017E}"/>
          </ac:spMkLst>
        </pc:spChg>
        <pc:spChg chg="add mod">
          <ac:chgData name="Veronika Pon" userId="4e6b6be1dff06996" providerId="LiveId" clId="{DF3D3B06-20A1-49AD-9579-9CEC1EDD8947}" dt="2026-03-16T11:29:45.360" v="2008" actId="1076"/>
          <ac:spMkLst>
            <pc:docMk/>
            <pc:sldMk cId="1546173770" sldId="266"/>
            <ac:spMk id="9" creationId="{B9CA1E92-F611-F8EF-45E7-AB831C7353A7}"/>
          </ac:spMkLst>
        </pc:spChg>
        <pc:spChg chg="add mod">
          <ac:chgData name="Veronika Pon" userId="4e6b6be1dff06996" providerId="LiveId" clId="{DF3D3B06-20A1-49AD-9579-9CEC1EDD8947}" dt="2026-03-16T11:28:23.747" v="1947" actId="20577"/>
          <ac:spMkLst>
            <pc:docMk/>
            <pc:sldMk cId="1546173770" sldId="266"/>
            <ac:spMk id="10" creationId="{03F2AF99-CB64-E2CA-635D-692C3452DCBD}"/>
          </ac:spMkLst>
        </pc:spChg>
        <pc:spChg chg="add mod">
          <ac:chgData name="Veronika Pon" userId="4e6b6be1dff06996" providerId="LiveId" clId="{DF3D3B06-20A1-49AD-9579-9CEC1EDD8947}" dt="2026-03-16T11:29:36.091" v="2006" actId="1076"/>
          <ac:spMkLst>
            <pc:docMk/>
            <pc:sldMk cId="1546173770" sldId="266"/>
            <ac:spMk id="11" creationId="{52DB4758-D8ED-CBBD-E232-1435D752A926}"/>
          </ac:spMkLst>
        </pc:spChg>
        <pc:spChg chg="add mod">
          <ac:chgData name="Veronika Pon" userId="4e6b6be1dff06996" providerId="LiveId" clId="{DF3D3B06-20A1-49AD-9579-9CEC1EDD8947}" dt="2026-03-16T11:30:39.137" v="2034" actId="20577"/>
          <ac:spMkLst>
            <pc:docMk/>
            <pc:sldMk cId="1546173770" sldId="266"/>
            <ac:spMk id="31" creationId="{9EE36898-D0A1-EA24-ECA2-418214D9831A}"/>
          </ac:spMkLst>
        </pc:spChg>
        <pc:spChg chg="add mod">
          <ac:chgData name="Veronika Pon" userId="4e6b6be1dff06996" providerId="LiveId" clId="{DF3D3B06-20A1-49AD-9579-9CEC1EDD8947}" dt="2026-03-16T11:30:44.060" v="2035" actId="1076"/>
          <ac:spMkLst>
            <pc:docMk/>
            <pc:sldMk cId="1546173770" sldId="266"/>
            <ac:spMk id="32" creationId="{1D837C39-033D-CF5C-57A2-BEE75C94D75E}"/>
          </ac:spMkLst>
        </pc:spChg>
        <pc:spChg chg="add mod">
          <ac:chgData name="Veronika Pon" userId="4e6b6be1dff06996" providerId="LiveId" clId="{DF3D3B06-20A1-49AD-9579-9CEC1EDD8947}" dt="2026-03-16T11:31:19.688" v="2143" actId="1076"/>
          <ac:spMkLst>
            <pc:docMk/>
            <pc:sldMk cId="1546173770" sldId="266"/>
            <ac:spMk id="33" creationId="{C7492735-D311-A68E-4BC2-E0A01606BEB1}"/>
          </ac:spMkLst>
        </pc:spChg>
        <pc:picChg chg="del">
          <ac:chgData name="Veronika Pon" userId="4e6b6be1dff06996" providerId="LiveId" clId="{DF3D3B06-20A1-49AD-9579-9CEC1EDD8947}" dt="2026-03-16T10:24:40.489" v="1129" actId="478"/>
          <ac:picMkLst>
            <pc:docMk/>
            <pc:sldMk cId="1546173770" sldId="266"/>
            <ac:picMk id="3074" creationId="{1247783B-4763-C389-1321-5217CCB39F6D}"/>
          </ac:picMkLst>
        </pc:picChg>
        <pc:picChg chg="del">
          <ac:chgData name="Veronika Pon" userId="4e6b6be1dff06996" providerId="LiveId" clId="{DF3D3B06-20A1-49AD-9579-9CEC1EDD8947}" dt="2026-03-16T10:24:40.017" v="1128" actId="478"/>
          <ac:picMkLst>
            <pc:docMk/>
            <pc:sldMk cId="1546173770" sldId="266"/>
            <ac:picMk id="3076" creationId="{441FE4B9-B683-5C4A-9078-0332FF6785AC}"/>
          </ac:picMkLst>
        </pc:picChg>
        <pc:picChg chg="add mod">
          <ac:chgData name="Veronika Pon" userId="4e6b6be1dff06996" providerId="LiveId" clId="{DF3D3B06-20A1-49AD-9579-9CEC1EDD8947}" dt="2026-03-16T10:24:57.060" v="1135" actId="1076"/>
          <ac:picMkLst>
            <pc:docMk/>
            <pc:sldMk cId="1546173770" sldId="266"/>
            <ac:picMk id="5122" creationId="{D2264964-5B73-082C-FD40-0241789847FF}"/>
          </ac:picMkLst>
        </pc:picChg>
        <pc:picChg chg="add mod">
          <ac:chgData name="Veronika Pon" userId="4e6b6be1dff06996" providerId="LiveId" clId="{DF3D3B06-20A1-49AD-9579-9CEC1EDD8947}" dt="2026-03-16T11:17:49.595" v="1547" actId="1076"/>
          <ac:picMkLst>
            <pc:docMk/>
            <pc:sldMk cId="1546173770" sldId="266"/>
            <ac:picMk id="5124" creationId="{BE4F948B-A519-A4E4-6FD1-8B318B22B4F1}"/>
          </ac:picMkLst>
        </pc:pic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13" creationId="{36FDAD33-A84D-4E79-354A-D23513036FA1}"/>
          </ac:cxnSpMkLst>
        </pc:cxn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15" creationId="{3D2C4CB2-8A3D-068E-1F6E-F004967CA442}"/>
          </ac:cxnSpMkLst>
        </pc:cxn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17" creationId="{212D9FE3-8B4B-4BB5-1122-6DAD693DE9D0}"/>
          </ac:cxnSpMkLst>
        </pc:cxn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19" creationId="{1A19CEB6-1ADE-03F4-1733-537F0471252C}"/>
          </ac:cxnSpMkLst>
        </pc:cxn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22" creationId="{836CBE2E-3F42-D2CF-7B8A-F615D35A02D3}"/>
          </ac:cxnSpMkLst>
        </pc:cxn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25" creationId="{526A95E3-5A2F-82A5-8642-56ACB02B2CDF}"/>
          </ac:cxnSpMkLst>
        </pc:cxnChg>
        <pc:cxnChg chg="add mod">
          <ac:chgData name="Veronika Pon" userId="4e6b6be1dff06996" providerId="LiveId" clId="{DF3D3B06-20A1-49AD-9579-9CEC1EDD8947}" dt="2026-03-16T11:30:12.476" v="2010" actId="13822"/>
          <ac:cxnSpMkLst>
            <pc:docMk/>
            <pc:sldMk cId="1546173770" sldId="266"/>
            <ac:cxnSpMk id="28" creationId="{E8F4A4C6-53C5-A018-13B5-5C7C2D3886C0}"/>
          </ac:cxnSpMkLst>
        </pc:cxnChg>
      </pc:sldChg>
      <pc:sldChg chg="addSp delSp modSp add mod">
        <pc:chgData name="Veronika Pon" userId="4e6b6be1dff06996" providerId="LiveId" clId="{DF3D3B06-20A1-49AD-9579-9CEC1EDD8947}" dt="2026-03-16T11:31:47.547" v="2149" actId="1076"/>
        <pc:sldMkLst>
          <pc:docMk/>
          <pc:sldMk cId="3916517118" sldId="267"/>
        </pc:sldMkLst>
        <pc:spChg chg="add mod">
          <ac:chgData name="Veronika Pon" userId="4e6b6be1dff06996" providerId="LiveId" clId="{DF3D3B06-20A1-49AD-9579-9CEC1EDD8947}" dt="2026-03-16T11:19:30.270" v="1596" actId="20577"/>
          <ac:spMkLst>
            <pc:docMk/>
            <pc:sldMk cId="3916517118" sldId="267"/>
            <ac:spMk id="2" creationId="{2309D2D5-AC61-9108-40CE-1436B826BC29}"/>
          </ac:spMkLst>
        </pc:spChg>
        <pc:spChg chg="del">
          <ac:chgData name="Veronika Pon" userId="4e6b6be1dff06996" providerId="LiveId" clId="{DF3D3B06-20A1-49AD-9579-9CEC1EDD8947}" dt="2026-03-16T11:24:16.685" v="1727" actId="478"/>
          <ac:spMkLst>
            <pc:docMk/>
            <pc:sldMk cId="3916517118" sldId="267"/>
            <ac:spMk id="3" creationId="{EAAE3EB0-BE77-5C1C-7448-A5D0CBE021C7}"/>
          </ac:spMkLst>
        </pc:spChg>
        <pc:spChg chg="del mod">
          <ac:chgData name="Veronika Pon" userId="4e6b6be1dff06996" providerId="LiveId" clId="{DF3D3B06-20A1-49AD-9579-9CEC1EDD8947}" dt="2026-03-16T11:18:58.496" v="1571" actId="21"/>
          <ac:spMkLst>
            <pc:docMk/>
            <pc:sldMk cId="3916517118" sldId="267"/>
            <ac:spMk id="4" creationId="{9E4CA2A7-6445-1C6C-9257-E40FF1D3E27A}"/>
          </ac:spMkLst>
        </pc:spChg>
        <pc:spChg chg="del">
          <ac:chgData name="Veronika Pon" userId="4e6b6be1dff06996" providerId="LiveId" clId="{DF3D3B06-20A1-49AD-9579-9CEC1EDD8947}" dt="2026-03-16T11:20:53.812" v="1627" actId="478"/>
          <ac:spMkLst>
            <pc:docMk/>
            <pc:sldMk cId="3916517118" sldId="267"/>
            <ac:spMk id="6" creationId="{0CBE4B83-96E8-5761-0CE7-94D0E1BF9031}"/>
          </ac:spMkLst>
        </pc:spChg>
        <pc:spChg chg="add del mod">
          <ac:chgData name="Veronika Pon" userId="4e6b6be1dff06996" providerId="LiveId" clId="{DF3D3B06-20A1-49AD-9579-9CEC1EDD8947}" dt="2026-03-16T11:19:08.982" v="1574" actId="478"/>
          <ac:spMkLst>
            <pc:docMk/>
            <pc:sldMk cId="3916517118" sldId="267"/>
            <ac:spMk id="7" creationId="{9E4CA2A7-6445-1C6C-9257-E40FF1D3E27A}"/>
          </ac:spMkLst>
        </pc:spChg>
        <pc:spChg chg="add del mod">
          <ac:chgData name="Veronika Pon" userId="4e6b6be1dff06996" providerId="LiveId" clId="{DF3D3B06-20A1-49AD-9579-9CEC1EDD8947}" dt="2026-03-16T11:19:26.184" v="1587" actId="478"/>
          <ac:spMkLst>
            <pc:docMk/>
            <pc:sldMk cId="3916517118" sldId="267"/>
            <ac:spMk id="9" creationId="{148C65EF-4EC9-0C01-FC01-368376C753E2}"/>
          </ac:spMkLst>
        </pc:spChg>
        <pc:spChg chg="add mod">
          <ac:chgData name="Veronika Pon" userId="4e6b6be1dff06996" providerId="LiveId" clId="{DF3D3B06-20A1-49AD-9579-9CEC1EDD8947}" dt="2026-03-16T11:31:31.319" v="2145" actId="1076"/>
          <ac:spMkLst>
            <pc:docMk/>
            <pc:sldMk cId="3916517118" sldId="267"/>
            <ac:spMk id="16" creationId="{AB4DAEEA-C8EA-E555-CF57-7FA826F618D5}"/>
          </ac:spMkLst>
        </pc:spChg>
        <pc:spChg chg="add mod">
          <ac:chgData name="Veronika Pon" userId="4e6b6be1dff06996" providerId="LiveId" clId="{DF3D3B06-20A1-49AD-9579-9CEC1EDD8947}" dt="2026-03-16T11:31:43.318" v="2147" actId="1076"/>
          <ac:spMkLst>
            <pc:docMk/>
            <pc:sldMk cId="3916517118" sldId="267"/>
            <ac:spMk id="17" creationId="{A1BF848E-187B-0A77-F9C2-136BC38E2547}"/>
          </ac:spMkLst>
        </pc:spChg>
        <pc:spChg chg="add mod">
          <ac:chgData name="Veronika Pon" userId="4e6b6be1dff06996" providerId="LiveId" clId="{DF3D3B06-20A1-49AD-9579-9CEC1EDD8947}" dt="2026-03-16T11:31:47.547" v="2149" actId="1076"/>
          <ac:spMkLst>
            <pc:docMk/>
            <pc:sldMk cId="3916517118" sldId="267"/>
            <ac:spMk id="18" creationId="{47E9B2E4-666F-BCBF-30FC-8A890CA6E077}"/>
          </ac:spMkLst>
        </pc:spChg>
        <pc:picChg chg="del">
          <ac:chgData name="Veronika Pon" userId="4e6b6be1dff06996" providerId="LiveId" clId="{DF3D3B06-20A1-49AD-9579-9CEC1EDD8947}" dt="2026-03-16T11:18:01.962" v="1549" actId="478"/>
          <ac:picMkLst>
            <pc:docMk/>
            <pc:sldMk cId="3916517118" sldId="267"/>
            <ac:picMk id="5" creationId="{18ADBF54-F436-E80F-BB1A-348AB740CC1A}"/>
          </ac:picMkLst>
        </pc:picChg>
        <pc:picChg chg="add del mod">
          <ac:chgData name="Veronika Pon" userId="4e6b6be1dff06996" providerId="LiveId" clId="{DF3D3B06-20A1-49AD-9579-9CEC1EDD8947}" dt="2026-03-16T11:19:08.982" v="1574" actId="478"/>
          <ac:picMkLst>
            <pc:docMk/>
            <pc:sldMk cId="3916517118" sldId="267"/>
            <ac:picMk id="8" creationId="{307DA80D-D1BE-D5B0-B0A9-A747A0EBF271}"/>
          </ac:picMkLst>
        </pc:picChg>
        <pc:picChg chg="add mod">
          <ac:chgData name="Veronika Pon" userId="4e6b6be1dff06996" providerId="LiveId" clId="{DF3D3B06-20A1-49AD-9579-9CEC1EDD8947}" dt="2026-03-16T11:19:46.803" v="1602" actId="1076"/>
          <ac:picMkLst>
            <pc:docMk/>
            <pc:sldMk cId="3916517118" sldId="267"/>
            <ac:picMk id="11" creationId="{D63BD066-8FD3-3273-1F1F-22EE29631732}"/>
          </ac:picMkLst>
        </pc:picChg>
        <pc:picChg chg="add mod">
          <ac:chgData name="Veronika Pon" userId="4e6b6be1dff06996" providerId="LiveId" clId="{DF3D3B06-20A1-49AD-9579-9CEC1EDD8947}" dt="2026-03-16T11:25:45.083" v="1733" actId="1076"/>
          <ac:picMkLst>
            <pc:docMk/>
            <pc:sldMk cId="3916517118" sldId="267"/>
            <ac:picMk id="13" creationId="{3798D8C2-FEE8-51C7-2F6E-C705F65C8DF2}"/>
          </ac:picMkLst>
        </pc:picChg>
        <pc:picChg chg="add mod">
          <ac:chgData name="Veronika Pon" userId="4e6b6be1dff06996" providerId="LiveId" clId="{DF3D3B06-20A1-49AD-9579-9CEC1EDD8947}" dt="2026-03-16T11:25:48.783" v="1735" actId="14100"/>
          <ac:picMkLst>
            <pc:docMk/>
            <pc:sldMk cId="3916517118" sldId="267"/>
            <ac:picMk id="15" creationId="{4A545E7A-2B07-24A8-9339-549B6C11DCC7}"/>
          </ac:picMkLst>
        </pc:picChg>
        <pc:picChg chg="add del mod">
          <ac:chgData name="Veronika Pon" userId="4e6b6be1dff06996" providerId="LiveId" clId="{DF3D3B06-20A1-49AD-9579-9CEC1EDD8947}" dt="2026-03-16T11:18:58.496" v="1571" actId="21"/>
          <ac:picMkLst>
            <pc:docMk/>
            <pc:sldMk cId="3916517118" sldId="267"/>
            <ac:picMk id="7170" creationId="{307DA80D-D1BE-D5B0-B0A9-A747A0EBF271}"/>
          </ac:picMkLst>
        </pc:picChg>
        <pc:picChg chg="add del">
          <ac:chgData name="Veronika Pon" userId="4e6b6be1dff06996" providerId="LiveId" clId="{DF3D3B06-20A1-49AD-9579-9CEC1EDD8947}" dt="2026-03-16T11:20:01.205" v="1605" actId="478"/>
          <ac:picMkLst>
            <pc:docMk/>
            <pc:sldMk cId="3916517118" sldId="267"/>
            <ac:picMk id="7172" creationId="{F6142767-224C-05A7-3F76-7C10F6C589A9}"/>
          </ac:picMkLst>
        </pc:picChg>
        <pc:picChg chg="add del mod">
          <ac:chgData name="Veronika Pon" userId="4e6b6be1dff06996" providerId="LiveId" clId="{DF3D3B06-20A1-49AD-9579-9CEC1EDD8947}" dt="2026-03-16T11:20:01.205" v="1605" actId="478"/>
          <ac:picMkLst>
            <pc:docMk/>
            <pc:sldMk cId="3916517118" sldId="267"/>
            <ac:picMk id="7174" creationId="{2781653D-D0D7-E839-721E-00EDE2F3324D}"/>
          </ac:picMkLst>
        </pc:picChg>
        <pc:picChg chg="add">
          <ac:chgData name="Veronika Pon" userId="4e6b6be1dff06996" providerId="LiveId" clId="{DF3D3B06-20A1-49AD-9579-9CEC1EDD8947}" dt="2026-03-16T11:20:04.261" v="1606"/>
          <ac:picMkLst>
            <pc:docMk/>
            <pc:sldMk cId="3916517118" sldId="267"/>
            <ac:picMk id="7176" creationId="{A58F5C97-D7E2-5F2E-1021-EDC9B81683EA}"/>
          </ac:picMkLst>
        </pc:picChg>
        <pc:picChg chg="add del mod">
          <ac:chgData name="Veronika Pon" userId="4e6b6be1dff06996" providerId="LiveId" clId="{DF3D3B06-20A1-49AD-9579-9CEC1EDD8947}" dt="2026-03-16T11:20:17.152" v="1609" actId="478"/>
          <ac:picMkLst>
            <pc:docMk/>
            <pc:sldMk cId="3916517118" sldId="267"/>
            <ac:picMk id="7178" creationId="{82EDF896-483C-F0FA-3C1A-36ED48E51C15}"/>
          </ac:picMkLst>
        </pc:picChg>
      </pc:sldChg>
      <pc:sldChg chg="add">
        <pc:chgData name="Veronika Pon" userId="4e6b6be1dff06996" providerId="LiveId" clId="{DF3D3B06-20A1-49AD-9579-9CEC1EDD8947}" dt="2026-03-16T11:23:07.775" v="1714"/>
        <pc:sldMkLst>
          <pc:docMk/>
          <pc:sldMk cId="4051692791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8077C-CAD0-494E-977B-EB7ADF28EC6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F54A-F1BF-450E-A2C0-01F7EC259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47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picture once prints are 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F54A-F1BF-450E-A2C0-01F7EC2596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23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1215-0F02-7AD1-1CCA-CE6D2224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10324-83CE-9221-D609-6A15C494D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0A42A-A126-E52C-35AD-28FE13CBC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picture once prints are done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CE0E2-ACA6-F8A0-2997-4DAD4F768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F54A-F1BF-450E-A2C0-01F7EC2596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0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71757" y="939146"/>
            <a:ext cx="6972300" cy="2871103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3947767"/>
            <a:ext cx="2451418" cy="124509"/>
          </a:xfrm>
          <a:prstGeom prst="rect">
            <a:avLst/>
          </a:prstGeom>
        </p:spPr>
      </p:pic>
      <p:pic>
        <p:nvPicPr>
          <p:cNvPr id="3" name="Pictur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487457"/>
            <a:ext cx="2425295" cy="163374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65125"/>
            <a:ext cx="8184662" cy="998383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402894"/>
            <a:ext cx="1371201" cy="69644"/>
          </a:xfrm>
          <a:prstGeom prst="rect">
            <a:avLst/>
          </a:prstGeom>
        </p:spPr>
      </p:pic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4B2E83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71757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4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5" y="365125"/>
            <a:ext cx="8064505" cy="998383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402894"/>
            <a:ext cx="1371201" cy="69644"/>
          </a:xfrm>
          <a:prstGeom prst="rect">
            <a:avLst/>
          </a:prstGeom>
        </p:spPr>
      </p:pic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076956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155" y="6487457"/>
            <a:ext cx="2425295" cy="1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2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5" y="371510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402894"/>
            <a:ext cx="1371201" cy="69644"/>
          </a:xfrm>
          <a:prstGeom prst="rect">
            <a:avLst/>
          </a:prstGeom>
        </p:spPr>
      </p:pic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671757" y="1736725"/>
            <a:ext cx="8184662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4B2E83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4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798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91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65069"/>
            <a:ext cx="8184662" cy="998440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FFFFFF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	, 24 PT.)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48401" y="6354234"/>
            <a:ext cx="25400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064505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076956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Light, 24 pt.)</a:t>
            </a:r>
          </a:p>
          <a:p>
            <a:pPr lvl="1"/>
            <a:r>
              <a:rPr lang="en-US" dirty="0"/>
              <a:t>Second level (Open Sans Light, 20)</a:t>
            </a:r>
          </a:p>
          <a:p>
            <a:pPr lvl="2"/>
            <a:r>
              <a:rPr lang="en-US" dirty="0"/>
              <a:t>Third level (Open Sans Light, 18)</a:t>
            </a:r>
          </a:p>
          <a:p>
            <a:pPr lvl="3"/>
            <a:r>
              <a:rPr lang="en-US" dirty="0"/>
              <a:t>Fourth level (Open Sans Light, 16)</a:t>
            </a:r>
          </a:p>
          <a:p>
            <a:pPr lvl="4"/>
            <a:r>
              <a:rPr lang="en-US" dirty="0"/>
              <a:t>Fifth level (Open Sans Light, 14)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815" y="5945854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3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48401" y="6354234"/>
            <a:ext cx="25400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167124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rgbClr val="4B2E83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87" y="4006085"/>
            <a:ext cx="2284303" cy="112770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487457"/>
            <a:ext cx="2425295" cy="163374"/>
          </a:xfrm>
          <a:prstGeom prst="rect">
            <a:avLst/>
          </a:prstGeom>
        </p:spPr>
      </p:pic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9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rgbClr val="4B2E83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4B2E83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LIGHT, 24 PT.)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155" y="6487457"/>
            <a:ext cx="2425295" cy="1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7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3759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196210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39" y="5949410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20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25" y="1437805"/>
            <a:ext cx="1358184" cy="67050"/>
          </a:xfrm>
          <a:prstGeom prst="rect">
            <a:avLst/>
          </a:prstGeom>
        </p:spPr>
      </p:pic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999999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05" y="6487457"/>
            <a:ext cx="2425295" cy="1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5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49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6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3" r:id="rId2"/>
    <p:sldLayoutId id="2147483664" r:id="rId3"/>
    <p:sldLayoutId id="2147483665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pon-lab/514-Final-Project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Tape Measurer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6BF76D-C7FE-630D-FC16-938DB7923F54}"/>
              </a:ext>
            </a:extLst>
          </p:cNvPr>
          <p:cNvSpPr txBox="1"/>
          <p:nvPr/>
        </p:nvSpPr>
        <p:spPr>
          <a:xfrm>
            <a:off x="671757" y="4279900"/>
            <a:ext cx="6972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Veronika Sermeno Pon</a:t>
            </a:r>
          </a:p>
          <a:p>
            <a:r>
              <a:rPr lang="en-US" dirty="0"/>
              <a:t>TECHIN 514 </a:t>
            </a:r>
          </a:p>
          <a:p>
            <a:r>
              <a:rPr lang="en-US" dirty="0"/>
              <a:t>Final Project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Repo: </a:t>
            </a:r>
            <a:r>
              <a:rPr lang="en-US" dirty="0">
                <a:hlinkClick r:id="rId2"/>
              </a:rPr>
              <a:t>https://github.com/vpon-lab/514-Final-Project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347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alone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84209" y="1730667"/>
            <a:ext cx="8184662" cy="411171"/>
          </a:xfrm>
        </p:spPr>
        <p:txBody>
          <a:bodyPr/>
          <a:lstStyle/>
          <a:p>
            <a:r>
              <a:rPr lang="en-US" dirty="0"/>
              <a:t>Problem to Solve: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Wanting to measure bedroom space on your own with out another person’s assistance.</a:t>
            </a:r>
          </a:p>
          <a:p>
            <a:r>
              <a:rPr lang="en-US" dirty="0"/>
              <a:t>Mitigate sag from a physical tape measurer.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8" name="Picture 4" descr="How to Use a Tape Measure: How to Measure With a Measuring Tape">
            <a:extLst>
              <a:ext uri="{FF2B5EF4-FFF2-40B4-BE49-F238E27FC236}">
                <a16:creationId xmlns:a16="http://schemas.microsoft.com/office/drawing/2014/main" id="{19D3659F-6BF8-D360-79DE-B54F66FC0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706" y="3670068"/>
            <a:ext cx="2668587" cy="263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13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6CD3-23A6-D4A2-0E74-B67E8CC3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CACDC9-C613-A96C-2355-AA704187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alone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E4D0A-4A22-6E7F-F620-1CE3458F8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4209" y="1730667"/>
            <a:ext cx="8184662" cy="411171"/>
          </a:xfrm>
        </p:spPr>
        <p:txBody>
          <a:bodyPr/>
          <a:lstStyle/>
          <a:p>
            <a:r>
              <a:rPr lang="en-US" dirty="0"/>
              <a:t>A proposed Solution: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FA7E0-C7D9-9CD2-94FB-1F446CFE66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Wireless tape measurement</a:t>
            </a:r>
          </a:p>
          <a:p>
            <a:r>
              <a:rPr lang="en-US" dirty="0"/>
              <a:t>2-piece system to measure from point A to point 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General Sketch">
            <a:extLst>
              <a:ext uri="{FF2B5EF4-FFF2-40B4-BE49-F238E27FC236}">
                <a16:creationId xmlns:a16="http://schemas.microsoft.com/office/drawing/2014/main" id="{EDD4F0CA-C733-F9D6-5932-3E5B1C93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5" y="3401135"/>
            <a:ext cx="2985819" cy="309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CEAF5D1-B58F-ADB5-FC8B-7AE505234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296" y="3300306"/>
            <a:ext cx="4759569" cy="3265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51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EA1AF-EA79-FAC5-4F69-01DE3A5991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BDB3BB6-92E3-533B-FD1B-858F6BD18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2000"/>
            <a:ext cx="9144000" cy="459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AFFFB-6626-2F54-B157-DA2B08EE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464BA30-434A-44E6-6453-4A244E26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Sensing + Display Device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2264964-5B73-082C-FD40-0241789847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0" t="27003" r="21870" b="13756"/>
          <a:stretch>
            <a:fillRect/>
          </a:stretch>
        </p:blipFill>
        <p:spPr bwMode="auto">
          <a:xfrm>
            <a:off x="451413" y="1851948"/>
            <a:ext cx="3125164" cy="406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E4F948B-A519-A4E4-6FD1-8B318B22B4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t="22954" r="34248" b="5325"/>
          <a:stretch>
            <a:fillRect/>
          </a:stretch>
        </p:blipFill>
        <p:spPr bwMode="auto">
          <a:xfrm>
            <a:off x="5949387" y="1423945"/>
            <a:ext cx="2303362" cy="491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A22D1D-F37B-1E0C-8D65-56A634F0C972}"/>
              </a:ext>
            </a:extLst>
          </p:cNvPr>
          <p:cNvSpPr/>
          <p:nvPr/>
        </p:nvSpPr>
        <p:spPr>
          <a:xfrm>
            <a:off x="4107180" y="1423945"/>
            <a:ext cx="1333500" cy="7096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XIAO ESP32C3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C2CB2-0493-F806-B357-2F04AF414592}"/>
              </a:ext>
            </a:extLst>
          </p:cNvPr>
          <p:cNvSpPr/>
          <p:nvPr/>
        </p:nvSpPr>
        <p:spPr>
          <a:xfrm>
            <a:off x="4107180" y="2446308"/>
            <a:ext cx="1333500" cy="8683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of Flight Laser Sensor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EB092E-06C1-427F-A7F1-32161486017E}"/>
              </a:ext>
            </a:extLst>
          </p:cNvPr>
          <p:cNvSpPr/>
          <p:nvPr/>
        </p:nvSpPr>
        <p:spPr>
          <a:xfrm>
            <a:off x="4107180" y="3429000"/>
            <a:ext cx="1333500" cy="7096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X27 Stepper Motor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A1E92-F611-F8EF-45E7-AB831C7353A7}"/>
              </a:ext>
            </a:extLst>
          </p:cNvPr>
          <p:cNvSpPr/>
          <p:nvPr/>
        </p:nvSpPr>
        <p:spPr>
          <a:xfrm>
            <a:off x="4107180" y="6024269"/>
            <a:ext cx="1333500" cy="7096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OLED Display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F2AF99-CB64-E2CA-635D-692C3452DCBD}"/>
              </a:ext>
            </a:extLst>
          </p:cNvPr>
          <p:cNvSpPr/>
          <p:nvPr/>
        </p:nvSpPr>
        <p:spPr>
          <a:xfrm>
            <a:off x="4107180" y="5154105"/>
            <a:ext cx="1333500" cy="7096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 On/Off Switch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B4758-D8ED-CBBD-E232-1435D752A926}"/>
              </a:ext>
            </a:extLst>
          </p:cNvPr>
          <p:cNvSpPr/>
          <p:nvPr/>
        </p:nvSpPr>
        <p:spPr>
          <a:xfrm>
            <a:off x="4107180" y="4283941"/>
            <a:ext cx="1333500" cy="7096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“Tare” Button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FDAD33-A84D-4E79-354A-D23513036FA1}"/>
              </a:ext>
            </a:extLst>
          </p:cNvPr>
          <p:cNvCxnSpPr>
            <a:stCxn id="5" idx="1"/>
          </p:cNvCxnSpPr>
          <p:nvPr/>
        </p:nvCxnSpPr>
        <p:spPr>
          <a:xfrm flipH="1">
            <a:off x="2506980" y="1778773"/>
            <a:ext cx="1600200" cy="7358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2C4CB2-8A3D-068E-1F6E-F004967CA442}"/>
              </a:ext>
            </a:extLst>
          </p:cNvPr>
          <p:cNvCxnSpPr>
            <a:stCxn id="5" idx="3"/>
          </p:cNvCxnSpPr>
          <p:nvPr/>
        </p:nvCxnSpPr>
        <p:spPr>
          <a:xfrm>
            <a:off x="5440680" y="1778773"/>
            <a:ext cx="1516380" cy="164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2D9FE3-8B4B-4BB5-1122-6DAD693DE9D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110740" y="2880504"/>
            <a:ext cx="1996440" cy="700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19CEB6-1ADE-03F4-1733-537F0471252C}"/>
              </a:ext>
            </a:extLst>
          </p:cNvPr>
          <p:cNvCxnSpPr>
            <a:stCxn id="8" idx="3"/>
          </p:cNvCxnSpPr>
          <p:nvPr/>
        </p:nvCxnSpPr>
        <p:spPr>
          <a:xfrm flipV="1">
            <a:off x="5440680" y="3429000"/>
            <a:ext cx="1516380" cy="3548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6CBE2E-3F42-D2CF-7B8A-F615D35A02D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440680" y="5683170"/>
            <a:ext cx="1516380" cy="6959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6A95E3-5A2F-82A5-8642-56ACB02B2CD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600200" y="4038600"/>
            <a:ext cx="2506980" cy="14703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8F4A4C6-53C5-A018-13B5-5C7C2D3886C0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440680" y="4283941"/>
            <a:ext cx="1592580" cy="3548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EE36898-D0A1-EA24-ECA2-418214D9831A}"/>
              </a:ext>
            </a:extLst>
          </p:cNvPr>
          <p:cNvSpPr txBox="1"/>
          <p:nvPr/>
        </p:nvSpPr>
        <p:spPr>
          <a:xfrm>
            <a:off x="1326844" y="5958597"/>
            <a:ext cx="224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Sensor Device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837C39-033D-CF5C-57A2-BEE75C94D75E}"/>
              </a:ext>
            </a:extLst>
          </p:cNvPr>
          <p:cNvSpPr txBox="1"/>
          <p:nvPr/>
        </p:nvSpPr>
        <p:spPr>
          <a:xfrm>
            <a:off x="6236970" y="6310866"/>
            <a:ext cx="224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Device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492735-D311-A68E-4BC2-E0A01606BEB1}"/>
              </a:ext>
            </a:extLst>
          </p:cNvPr>
          <p:cNvSpPr txBox="1"/>
          <p:nvPr/>
        </p:nvSpPr>
        <p:spPr>
          <a:xfrm>
            <a:off x="5501640" y="270193"/>
            <a:ext cx="3415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multiple ESP32C3 Battery pad mishaps, this is not battery powered for cautionary measures</a:t>
            </a:r>
          </a:p>
        </p:txBody>
      </p:sp>
    </p:spTree>
    <p:extLst>
      <p:ext uri="{BB962C8B-B14F-4D97-AF65-F5344CB8AC3E}">
        <p14:creationId xmlns:p14="http://schemas.microsoft.com/office/powerpoint/2010/main" val="154617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7C9D8-9D85-E811-CAB9-2AA05E52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833809-06DB-890C-BFE1-01115FF4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Processing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AF494-C8F8-1665-B630-56F80B45E4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305" y="1620975"/>
            <a:ext cx="8196210" cy="4015497"/>
          </a:xfrm>
        </p:spPr>
        <p:txBody>
          <a:bodyPr/>
          <a:lstStyle/>
          <a:p>
            <a:r>
              <a:rPr lang="en-US" dirty="0"/>
              <a:t>Moving average filter, numbers were the same at the first decimal place before filter.  </a:t>
            </a:r>
          </a:p>
          <a:p>
            <a:r>
              <a:rPr lang="en-US" dirty="0"/>
              <a:t>Accuracy: </a:t>
            </a:r>
          </a:p>
          <a:p>
            <a:pPr lvl="1"/>
            <a:r>
              <a:rPr lang="en-US" dirty="0"/>
              <a:t>±0.01 ft </a:t>
            </a:r>
          </a:p>
          <a:p>
            <a:pPr lvl="1"/>
            <a:r>
              <a:rPr lang="en-US" dirty="0"/>
              <a:t>±3mm</a:t>
            </a:r>
          </a:p>
          <a:p>
            <a:pPr lvl="1"/>
            <a:r>
              <a:rPr lang="en-US" dirty="0"/>
              <a:t>Degrades with distance</a:t>
            </a:r>
          </a:p>
          <a:p>
            <a:endParaRPr lang="en-US" dirty="0"/>
          </a:p>
        </p:txBody>
      </p:sp>
      <p:pic>
        <p:nvPicPr>
          <p:cNvPr id="13" name="Picture 12" descr="The image shows a circuit board with a microcontroller and various electronic components, including a connector for ground (GND), power (VCC), and communication (SCL, SDA) pins, and it appears to be timestamped with a time of 2:24 AM.&#10;&#10;AI-generated content may be incorrect.">
            <a:extLst>
              <a:ext uri="{FF2B5EF4-FFF2-40B4-BE49-F238E27FC236}">
                <a16:creationId xmlns:a16="http://schemas.microsoft.com/office/drawing/2014/main" id="{E4B35B6D-2D16-2354-1A28-0A0D7A35E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00" t="43441" r="20329" b="37849"/>
          <a:stretch>
            <a:fillRect/>
          </a:stretch>
        </p:blipFill>
        <p:spPr>
          <a:xfrm>
            <a:off x="5235238" y="3408323"/>
            <a:ext cx="3375362" cy="2447139"/>
          </a:xfrm>
          <a:prstGeom prst="rect">
            <a:avLst/>
          </a:prstGeom>
        </p:spPr>
      </p:pic>
      <p:pic>
        <p:nvPicPr>
          <p:cNvPr id="15" name="Picture 14" descr="The image shows a circuit board with a microcontroller and a small LED display, placed on a white, patterned surface.&#10;&#10;AI-generated content may be incorrect.">
            <a:extLst>
              <a:ext uri="{FF2B5EF4-FFF2-40B4-BE49-F238E27FC236}">
                <a16:creationId xmlns:a16="http://schemas.microsoft.com/office/drawing/2014/main" id="{62FD5788-FC7F-744F-CD8E-1F1248D34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09" t="48555" r="28514" b="40333"/>
          <a:stretch>
            <a:fillRect/>
          </a:stretch>
        </p:blipFill>
        <p:spPr>
          <a:xfrm>
            <a:off x="762399" y="3968736"/>
            <a:ext cx="3995011" cy="17834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F382DF-65B9-D746-02BE-21388B4C4B05}"/>
              </a:ext>
            </a:extLst>
          </p:cNvPr>
          <p:cNvSpPr txBox="1"/>
          <p:nvPr/>
        </p:nvSpPr>
        <p:spPr>
          <a:xfrm>
            <a:off x="762399" y="5855462"/>
            <a:ext cx="4827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Device shows sensor jumping between measurements – from table to ceiling </a:t>
            </a:r>
          </a:p>
        </p:txBody>
      </p:sp>
    </p:spTree>
    <p:extLst>
      <p:ext uri="{BB962C8B-B14F-4D97-AF65-F5344CB8AC3E}">
        <p14:creationId xmlns:p14="http://schemas.microsoft.com/office/powerpoint/2010/main" val="281916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1EFF6-E9CA-69A1-A330-5612BF16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954CEE-5FC5-811A-3900-4F9854D4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Battery Considerations – Sensing device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A068E-4AE2-EF05-7B37-E57A1EC898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305" y="1736725"/>
            <a:ext cx="2708735" cy="4015497"/>
          </a:xfrm>
        </p:spPr>
        <p:txBody>
          <a:bodyPr/>
          <a:lstStyle/>
          <a:p>
            <a:r>
              <a:rPr lang="en-US" dirty="0"/>
              <a:t>3.7V </a:t>
            </a:r>
            <a:r>
              <a:rPr lang="en-US" dirty="0" err="1"/>
              <a:t>Lipo</a:t>
            </a:r>
            <a:r>
              <a:rPr lang="en-US" dirty="0"/>
              <a:t> or Li-Ion Battery</a:t>
            </a:r>
          </a:p>
          <a:p>
            <a:r>
              <a:rPr lang="en-US" dirty="0"/>
              <a:t>Compact easy to design with in enclosure and long lasting</a:t>
            </a:r>
          </a:p>
          <a:p>
            <a:r>
              <a:rPr lang="en-US" dirty="0"/>
              <a:t>Based on 2hrs/day of use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The diagram is a sensitivity analysis table for a device's power consumption, detailing the effects of various components on total power usage, battery life, and operational duration.&#10;&#10;AI-generated content may be incorrect.">
            <a:extLst>
              <a:ext uri="{FF2B5EF4-FFF2-40B4-BE49-F238E27FC236}">
                <a16:creationId xmlns:a16="http://schemas.microsoft.com/office/drawing/2014/main" id="{CBBD1823-8DE0-EF24-068F-81CC76B7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308" y="1363509"/>
            <a:ext cx="4275352" cy="448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5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186B7-2EFD-F759-2FBD-4A957355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5F3797E-567D-A5E5-172F-5256EA6F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0B137-B5C8-65A1-6BD1-92FDD2ECF5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Budget Summary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1CF43-5AA0-9A26-F71D-16BB2C203A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The image is a table listing various electronic components and supplies with their quantities, prices, and a total price of $39.99.&#10;&#10;AI-generated content may be incorrect.">
            <a:extLst>
              <a:ext uri="{FF2B5EF4-FFF2-40B4-BE49-F238E27FC236}">
                <a16:creationId xmlns:a16="http://schemas.microsoft.com/office/drawing/2014/main" id="{F6D5884E-FFD6-6FAB-AAAC-F6286D4E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57" y="2141838"/>
            <a:ext cx="6192456" cy="4538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432693-58D8-6605-0D2E-78021FA3B2A0}"/>
              </a:ext>
            </a:extLst>
          </p:cNvPr>
          <p:cNvSpPr txBox="1"/>
          <p:nvPr/>
        </p:nvSpPr>
        <p:spPr>
          <a:xfrm>
            <a:off x="5231757" y="763929"/>
            <a:ext cx="2754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Anything with “$0” was free in the Maker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9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7EBE-2055-3640-0FF0-2EF743B8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5DA86D3-583B-F596-A412-E18B3EAF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D9057-8C68-D431-5F2D-2C276D6E0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Sensor Calibration to get rid of cross-talk from clear acrylic window. </a:t>
            </a:r>
          </a:p>
          <a:p>
            <a:r>
              <a:rPr lang="en-US" dirty="0"/>
              <a:t>Sensor Calibration to find max capable distance based on Bluetooth connection compatibility</a:t>
            </a:r>
          </a:p>
          <a:p>
            <a:r>
              <a:rPr lang="en-US" dirty="0"/>
              <a:t>Develop a more ergonomic and detachable/portable enclosure(s)</a:t>
            </a:r>
          </a:p>
          <a:p>
            <a:r>
              <a:rPr lang="en-US" dirty="0"/>
              <a:t>Proper PCB design for easy battery connection to Display device. </a:t>
            </a:r>
          </a:p>
        </p:txBody>
      </p:sp>
    </p:spTree>
    <p:extLst>
      <p:ext uri="{BB962C8B-B14F-4D97-AF65-F5344CB8AC3E}">
        <p14:creationId xmlns:p14="http://schemas.microsoft.com/office/powerpoint/2010/main" val="394417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A25D-E8DA-090E-5AD8-0BB0DA16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45397B4-5B09-4F1F-F672-096C2711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061D7-F12A-C869-4C7F-117EC7B667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Power Model</a:t>
            </a:r>
          </a:p>
          <a:p>
            <a:endParaRPr lang="en-US" dirty="0"/>
          </a:p>
        </p:txBody>
      </p:sp>
      <p:pic>
        <p:nvPicPr>
          <p:cNvPr id="8" name="Picture 7" descr="The image illustrates a table with system parameters and their respective values, including supply voltage, current consumption for various components (processor, LED, sensor, display, radio), data rate, battery capacity, nominal voltage, and regulator efficiency.&#10;&#10;AI-generated content may be incorrect.">
            <a:extLst>
              <a:ext uri="{FF2B5EF4-FFF2-40B4-BE49-F238E27FC236}">
                <a16:creationId xmlns:a16="http://schemas.microsoft.com/office/drawing/2014/main" id="{CF9DDFE5-018F-2593-8C7A-EFCF5CDD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1" y="2141838"/>
            <a:ext cx="7057292" cy="429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0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Budget Summary </a:t>
            </a:r>
          </a:p>
        </p:txBody>
      </p:sp>
      <p:pic>
        <p:nvPicPr>
          <p:cNvPr id="5" name="Picture 4" descr="The image is a table listing various electronic components and supplies with their quantities, prices, and a total price of $39.99.&#10;&#10;AI-generated content may be incorrect.">
            <a:extLst>
              <a:ext uri="{FF2B5EF4-FFF2-40B4-BE49-F238E27FC236}">
                <a16:creationId xmlns:a16="http://schemas.microsoft.com/office/drawing/2014/main" id="{A99AB1F7-3A0F-54A3-5DF0-3642E802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57" y="2141838"/>
            <a:ext cx="6192456" cy="4538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2A1D6-824E-4BAF-FFC1-180E79735A65}"/>
              </a:ext>
            </a:extLst>
          </p:cNvPr>
          <p:cNvSpPr txBox="1"/>
          <p:nvPr/>
        </p:nvSpPr>
        <p:spPr>
          <a:xfrm>
            <a:off x="5231757" y="763929"/>
            <a:ext cx="2754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Anything with “$0” was free in the Maker 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47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8B0A-0937-E9CB-7BAD-D0A78001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CE35100-ABDB-3446-96CE-C293B6CC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09D2D5-AC61-9108-40CE-1436B826BC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305" y="1762369"/>
            <a:ext cx="8184662" cy="411171"/>
          </a:xfrm>
        </p:spPr>
        <p:txBody>
          <a:bodyPr/>
          <a:lstStyle/>
          <a:p>
            <a:r>
              <a:rPr lang="en-US" dirty="0"/>
              <a:t>Enclosure Design</a:t>
            </a:r>
          </a:p>
          <a:p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63BD066-8FD3-3273-1F1F-22EE29631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5" r="26197"/>
          <a:stretch>
            <a:fillRect/>
          </a:stretch>
        </p:blipFill>
        <p:spPr bwMode="auto">
          <a:xfrm>
            <a:off x="1" y="2173540"/>
            <a:ext cx="1927180" cy="479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The image shows a small yellow electronic device with an open lid, revealing a green circuit board and wiring.&#10;&#10;AI-generated content may be incorrect.">
            <a:extLst>
              <a:ext uri="{FF2B5EF4-FFF2-40B4-BE49-F238E27FC236}">
                <a16:creationId xmlns:a16="http://schemas.microsoft.com/office/drawing/2014/main" id="{3798D8C2-FEE8-51C7-2F6E-C705F65C8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156" y="76434"/>
            <a:ext cx="3958853" cy="3783039"/>
          </a:xfrm>
          <a:prstGeom prst="rect">
            <a:avLst/>
          </a:prstGeom>
        </p:spPr>
      </p:pic>
      <p:pic>
        <p:nvPicPr>
          <p:cNvPr id="15" name="Picture 14" descr="The image shows a bright yellow, rectangular, button-like object with a visible closure.&#10;&#10;AI-generated content may be incorrect.">
            <a:extLst>
              <a:ext uri="{FF2B5EF4-FFF2-40B4-BE49-F238E27FC236}">
                <a16:creationId xmlns:a16="http://schemas.microsoft.com/office/drawing/2014/main" id="{4A545E7A-2B07-24A8-9339-549B6C11D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819" y="2480301"/>
            <a:ext cx="1652264" cy="1999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4DAEEA-C8EA-E555-CF57-7FA826F618D5}"/>
              </a:ext>
            </a:extLst>
          </p:cNvPr>
          <p:cNvSpPr txBox="1"/>
          <p:nvPr/>
        </p:nvSpPr>
        <p:spPr>
          <a:xfrm>
            <a:off x="1927181" y="5831944"/>
            <a:ext cx="3415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multiple ESP32C3 Battery pad mishaps, this is not battery powered for cautionary measures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BF848E-187B-0A77-F9C2-136BC38E2547}"/>
              </a:ext>
            </a:extLst>
          </p:cNvPr>
          <p:cNvSpPr txBox="1"/>
          <p:nvPr/>
        </p:nvSpPr>
        <p:spPr>
          <a:xfrm>
            <a:off x="6606686" y="3963442"/>
            <a:ext cx="224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Sensor Device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E9B2E4-666F-BCBF-30FC-8A890CA6E077}"/>
              </a:ext>
            </a:extLst>
          </p:cNvPr>
          <p:cNvSpPr txBox="1"/>
          <p:nvPr/>
        </p:nvSpPr>
        <p:spPr>
          <a:xfrm>
            <a:off x="1927181" y="5431306"/>
            <a:ext cx="2249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Device</a:t>
            </a:r>
          </a:p>
        </p:txBody>
      </p:sp>
    </p:spTree>
    <p:extLst>
      <p:ext uri="{BB962C8B-B14F-4D97-AF65-F5344CB8AC3E}">
        <p14:creationId xmlns:p14="http://schemas.microsoft.com/office/powerpoint/2010/main" val="391651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 Palette 1">
      <a:dk1>
        <a:srgbClr val="4B2E83"/>
      </a:dk1>
      <a:lt1>
        <a:srgbClr val="E8E3D3"/>
      </a:lt1>
      <a:dk2>
        <a:srgbClr val="4B2E83"/>
      </a:dk2>
      <a:lt2>
        <a:srgbClr val="FFFFFF"/>
      </a:lt2>
      <a:accent1>
        <a:srgbClr val="4B2E83"/>
      </a:accent1>
      <a:accent2>
        <a:srgbClr val="E8E3D3"/>
      </a:accent2>
      <a:accent3>
        <a:srgbClr val="FFFFFF"/>
      </a:accent3>
      <a:accent4>
        <a:srgbClr val="D9D9D9"/>
      </a:accent4>
      <a:accent5>
        <a:srgbClr val="444444"/>
      </a:accent5>
      <a:accent6>
        <a:srgbClr val="85754D"/>
      </a:accent6>
      <a:hlink>
        <a:srgbClr val="4B2E83"/>
      </a:hlink>
      <a:folHlink>
        <a:srgbClr val="4B2E8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UW Brand">
      <a:dk1>
        <a:srgbClr val="33006F"/>
      </a:dk1>
      <a:lt1>
        <a:srgbClr val="E8D3A2"/>
      </a:lt1>
      <a:dk2>
        <a:srgbClr val="33006F"/>
      </a:dk2>
      <a:lt2>
        <a:srgbClr val="FFFFFF"/>
      </a:lt2>
      <a:accent1>
        <a:srgbClr val="33006F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Custom Design">
  <a:themeElements>
    <a:clrScheme name="4b2e83 1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26005C"/>
      </a:accent5>
      <a:accent6>
        <a:srgbClr val="917B4C"/>
      </a:accent6>
      <a:hlink>
        <a:srgbClr val="26005C"/>
      </a:hlink>
      <a:folHlink>
        <a:srgbClr val="33006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300</Words>
  <Application>Microsoft Office PowerPoint</Application>
  <PresentationFormat>On-screen Show (4:3)</PresentationFormat>
  <Paragraphs>62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Encode Sans Normal Black</vt:lpstr>
      <vt:lpstr>Lucida Grande</vt:lpstr>
      <vt:lpstr>Open Sans</vt:lpstr>
      <vt:lpstr>Open Sans Light</vt:lpstr>
      <vt:lpstr>Uni Sans Regular</vt:lpstr>
      <vt:lpstr>Office Theme</vt:lpstr>
      <vt:lpstr>Custom Design</vt:lpstr>
      <vt:lpstr>1_Custom Design</vt:lpstr>
      <vt:lpstr>Wireless Tape Measurer</vt:lpstr>
      <vt:lpstr>Measuring alone</vt:lpstr>
      <vt:lpstr>Measuring alone</vt:lpstr>
      <vt:lpstr>System Architecture</vt:lpstr>
      <vt:lpstr>Sensing + Display Device</vt:lpstr>
      <vt:lpstr>Signal Processing </vt:lpstr>
      <vt:lpstr>Battery Considerations – Sensing device </vt:lpstr>
      <vt:lpstr>Appendix</vt:lpstr>
      <vt:lpstr>Future Work </vt:lpstr>
      <vt:lpstr>Appendix</vt:lpstr>
      <vt:lpstr>Appendix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Alanya Cannon</dc:creator>
  <cp:lastModifiedBy>Veronika Pon</cp:lastModifiedBy>
  <cp:revision>26</cp:revision>
  <cp:lastPrinted>2016-02-10T20:19:12Z</cp:lastPrinted>
  <dcterms:created xsi:type="dcterms:W3CDTF">2014-10-14T00:51:43Z</dcterms:created>
  <dcterms:modified xsi:type="dcterms:W3CDTF">2026-03-16T11:32:33Z</dcterms:modified>
</cp:coreProperties>
</file>